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0207-103A-1B5F-4651-3912AB3BC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C61BF-5834-05E4-8FB3-412C64A36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F49A8-F609-6FE5-DBE5-F33075D3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A1989-6FFE-B790-3647-07F73CB5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79C11-1ABE-224A-39E0-AC0EBC86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2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FC98-1EAF-1107-AE1A-552B20E0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97A57-DA74-9B9C-9CF0-8A9E18B81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619A6-D143-EA56-44AF-638570F7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617B4-8447-4DD8-AB1D-ECEF9D8F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C1ED0-FEEB-7A64-916B-7499CE14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A93FC-18CC-CFA6-71E6-93417CD1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360F3-4132-CD21-2223-6EB59F6E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B9146-0667-78AF-F441-0D05D1BC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A5BE0-45FB-72E6-06DC-880F2958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DADC7-AC75-6C09-F7EC-162CCA1F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3724-FDE1-FF2D-2EF2-716322038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2D02-F5B1-A670-405C-CA044408A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6B415-5105-A26B-FC41-F947D98E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FD64D-902D-82E0-5F5C-62B3D7FE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313A6-1278-5E59-1D61-FBAEBEC1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D7CAF-27B1-8B3F-0D76-197FC661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8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8B90-8E3B-583F-9678-12B4BF6A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007AD-FD49-6F44-0C1C-1909AAF33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E1CE2-4FA1-B0E2-AD2E-6E4A2352A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6996A-0F9B-E620-6501-01C5C0D08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694EE3-FFEA-B02B-686C-C22550814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CD9D7-78CF-B339-D9FD-D7E40695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4D584-3EC9-9754-19E9-071480F93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25378-8764-0024-EE22-5F33DFE7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2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3AE3-92C3-DDE0-7818-CD5D76000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D57BA-4A2E-B537-059F-14D6EED7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5C8A4-C86E-42F6-6DA1-ACBAC8818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B817A-1805-B115-89D5-FB7DB4D3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6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67862-F16D-8078-32F7-641D5C54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2BE5C-1238-7F6F-88D9-28E24A4C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3EB36-DDD0-54B1-0E5C-3694EFA5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03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B0B0-5B6D-792C-1CAF-BD8965204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E4AF6-8F4C-1E8E-00C0-10ABED946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EF42E-61D8-B114-E0A3-A68B07FC9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603C2-ABAB-B7BF-E04B-A23BA640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96568-E40C-C8B4-9298-9A8D6DFD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8AEDF-9B89-CF20-A695-418B07A8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65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3934-409B-678E-61EB-FD7CB648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BE7E2-4C08-3DD7-C5EE-7A23BEEEA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79EA7-4A63-2A01-CD54-F5CD1EB45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7FC7-5A07-185A-0F22-29DA855A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A44C8-8446-B48D-48D9-12B26D01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5EF82-58A3-B168-2F0F-38D52121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AF75-E3FE-B7A3-004A-3094F1091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29A57-ECBE-853D-C051-E863DFA4D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0A1CB-C96E-B83D-F1D7-FAF35052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93998-D806-21CC-0BDE-C0C6493E3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D757B-1DBA-E5EC-3BA1-18D643FD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4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ACBB2-A294-D18D-53A9-DF298ED07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D4409-B0F0-831F-FAB8-B60FBDA16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1AC59-9953-E733-48DC-56C9F58C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E7DE4-882D-94BA-518F-94EFB4E3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46E5B-C692-EDB0-DB86-56EB9B40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9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B2707-32DF-0DDA-BB84-1A12B662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BADA6-DE1E-2735-EF78-1AFEBE9BC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5A42E-1A0B-BBC6-CF20-3EF93FB04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F5991-AD63-514C-9C37-AB6045A68A0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BDCC7-EC5B-2CD1-78E8-6EED764F9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3B668-61B5-E7F6-DFF6-EE5F50FC6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0DE6B-0915-8440-91F2-96FA5168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1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AA3D-9888-89E4-D253-CBEE17143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t"/>
          <a:lstStyle/>
          <a:p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0631C-9079-2B4F-525D-7EB58984E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E2605-D807-C236-A625-45C53A106F38}"/>
              </a:ext>
            </a:extLst>
          </p:cNvPr>
          <p:cNvSpPr txBox="1"/>
          <p:nvPr/>
        </p:nvSpPr>
        <p:spPr>
          <a:xfrm>
            <a:off x="5184942" y="252796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16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RITHICK M</dc:creator>
  <cp:lastModifiedBy>RITHICK M</cp:lastModifiedBy>
  <cp:revision>1</cp:revision>
  <dcterms:created xsi:type="dcterms:W3CDTF">2026-03-24T15:37:02Z</dcterms:created>
  <dcterms:modified xsi:type="dcterms:W3CDTF">2026-03-24T16:11:53Z</dcterms:modified>
</cp:coreProperties>
</file>